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0" y="0"/>
          <a:ext cx="12192000" cy="7058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990"/>
                <a:gridCol w="661035"/>
                <a:gridCol w="660400"/>
                <a:gridCol w="10188575"/>
              </a:tblGrid>
              <a:tr h="6673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周次</a:t>
                      </a: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日期</a:t>
                      </a: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星期</a:t>
                      </a: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4000">
                          <a:latin typeface="仿宋" charset="0"/>
                          <a:ea typeface="仿宋" charset="0"/>
                        </a:rPr>
                        <a:t>办公室</a:t>
                      </a:r>
                      <a:endParaRPr lang="zh-CN" altLang="en-US" sz="4000">
                        <a:latin typeface="仿宋" charset="0"/>
                        <a:ea typeface="仿宋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</a:tr>
              <a:tr h="63906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3200"/>
                        <a:t>第一周</a:t>
                      </a:r>
                      <a:endParaRPr lang="zh-CN" altLang="en-US" sz="32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3</a:t>
                      </a:r>
                      <a:r>
                        <a:rPr lang="zh-CN" altLang="en-US" sz="2800"/>
                        <a:t>月</a:t>
                      </a:r>
                      <a:r>
                        <a:rPr lang="en-US" altLang="zh-CN" sz="2800"/>
                        <a:t>2</a:t>
                      </a:r>
                      <a:r>
                        <a:rPr lang="zh-CN" altLang="en-US" sz="2800"/>
                        <a:t>日</a:t>
                      </a:r>
                      <a:endParaRPr lang="zh-CN" altLang="en-US" sz="28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3200"/>
                        <a:t>一</a:t>
                      </a:r>
                      <a:endParaRPr lang="zh-CN" altLang="en-US" sz="32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4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文本内容</a:t>
                      </a:r>
                      <a:endParaRPr lang="zh-CN" altLang="en-US" sz="4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960*539"/>
  <p:tag name="TABLE_ENDDRAG_RECT" val="0*0*960*539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文字</Application>
  <PresentationFormat>宽屏</PresentationFormat>
  <Paragraphs>16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宋体</vt:lpstr>
      <vt:lpstr>苹方-简</vt:lpstr>
      <vt:lpstr>汉仪书宋二KW</vt:lpstr>
      <vt:lpstr>微软雅黑</vt:lpstr>
      <vt:lpstr>汉仪旗黑</vt:lpstr>
      <vt:lpstr>宋体</vt:lpstr>
      <vt:lpstr>Arial Unicode MS</vt:lpstr>
      <vt:lpstr>汉仪仿宋KW</vt:lpstr>
      <vt:lpstr>汉仪君黑</vt:lpstr>
      <vt:lpstr>仿宋</vt:lpstr>
      <vt:lpstr>方正仿宋_GBK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mac</dc:creator>
  <cp:lastModifiedBy>宅小男</cp:lastModifiedBy>
  <cp:revision>194</cp:revision>
  <dcterms:created xsi:type="dcterms:W3CDTF">2025-11-16T14:01:56Z</dcterms:created>
  <dcterms:modified xsi:type="dcterms:W3CDTF">2025-11-16T14:01:56Z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DB22D58C78B964EEAAC2EB68B412D616_41</vt:lpwstr>
  </property>
</Properties>
</file>